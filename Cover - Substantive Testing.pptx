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6804025" cy="9685338"/>
  <p:notesSz cx="6834188" cy="99790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CC00"/>
    <a:srgbClr val="FF3300"/>
    <a:srgbClr val="000066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595" autoAdjust="0"/>
  </p:normalViewPr>
  <p:slideViewPr>
    <p:cSldViewPr>
      <p:cViewPr>
        <p:scale>
          <a:sx n="75" d="100"/>
          <a:sy n="75" d="100"/>
        </p:scale>
        <p:origin x="-1704" y="216"/>
      </p:cViewPr>
      <p:guideLst>
        <p:guide orient="horz" pos="3051"/>
        <p:guide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484" y="-90"/>
      </p:cViewPr>
      <p:guideLst>
        <p:guide orient="horz" pos="3143"/>
        <p:guide pos="2153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927" y="1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A792492-1612-44C1-A350-9BDA6704AC92}" type="datetimeFigureOut">
              <a:rPr lang="en-US"/>
              <a:pPr/>
              <a:t>6/8/2012</a:t>
            </a:fld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79085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927" y="9479085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AD134198-F081-49EF-979C-7A8E9FCF09C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2410" y="0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103438" y="747713"/>
            <a:ext cx="26289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233" y="4740368"/>
            <a:ext cx="5469723" cy="4491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434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2410" y="9477434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B2268E1-5AAF-4F25-85D4-6981059E0D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6738" y="3657600"/>
            <a:ext cx="5500687" cy="1614488"/>
          </a:xfrm>
          <a:noFill/>
        </p:spPr>
        <p:txBody>
          <a:bodyPr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77913" y="5272088"/>
            <a:ext cx="4478337" cy="1992312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9255125"/>
            <a:ext cx="1417638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1587500" y="9255125"/>
            <a:ext cx="3571875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172AA569-2942-4014-930A-B49127C712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163" y="6223000"/>
            <a:ext cx="5783262" cy="19240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163" y="4105275"/>
            <a:ext cx="5783262" cy="21177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3338" y="2044700"/>
            <a:ext cx="2617787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525" y="2044700"/>
            <a:ext cx="2617788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7350"/>
            <a:ext cx="6124575" cy="16144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725" y="2168525"/>
            <a:ext cx="3006725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9725" y="3071813"/>
            <a:ext cx="3006725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55988" y="2168525"/>
            <a:ext cx="3008312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55988" y="3071813"/>
            <a:ext cx="3008312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5763"/>
            <a:ext cx="2238375" cy="1641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0650" y="385763"/>
            <a:ext cx="3803650" cy="8266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725" y="2027238"/>
            <a:ext cx="2238375" cy="66246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0" y="6780213"/>
            <a:ext cx="4083050" cy="800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33500" y="865188"/>
            <a:ext cx="4083050" cy="58118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3500" y="7580313"/>
            <a:ext cx="4083050" cy="1136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5438" y="0"/>
            <a:ext cx="1398587" cy="9255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9675" y="0"/>
            <a:ext cx="4043363" cy="9255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Audit background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201613" y="0"/>
            <a:ext cx="6602412" cy="9685338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3338" y="2044700"/>
            <a:ext cx="5387975" cy="721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0333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47988" y="9255125"/>
            <a:ext cx="22113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8638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1344613" y="0"/>
            <a:ext cx="5459412" cy="18621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17" r:id="rId3"/>
    <p:sldLayoutId id="2147483716" r:id="rId4"/>
    <p:sldLayoutId id="2147483715" r:id="rId5"/>
    <p:sldLayoutId id="2147483714" r:id="rId6"/>
    <p:sldLayoutId id="2147483713" r:id="rId7"/>
    <p:sldLayoutId id="2147483712" r:id="rId8"/>
    <p:sldLayoutId id="2147483711" r:id="rId9"/>
    <p:sldLayoutId id="2147483710" r:id="rId10"/>
    <p:sldLayoutId id="2147483709" r:id="rId11"/>
  </p:sldLayoutIdLst>
  <p:txStyles>
    <p:titleStyle>
      <a:lvl1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+mj-lt"/>
          <a:ea typeface="+mj-ea"/>
          <a:cs typeface="+mj-cs"/>
        </a:defRPr>
      </a:lvl1pPr>
      <a:lvl2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2pPr>
      <a:lvl3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3pPr>
      <a:lvl4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4pPr>
      <a:lvl5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5pPr>
      <a:lvl6pPr marL="4572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6pPr>
      <a:lvl7pPr marL="9144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7pPr>
      <a:lvl8pPr marL="13716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8pPr>
      <a:lvl9pPr marL="18288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9pPr>
    </p:titleStyle>
    <p:bodyStyle>
      <a:lvl1pPr marL="336550" indent="-336550" algn="l" defTabSz="900113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8098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23950" indent="-223838" algn="l" defTabSz="900113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573213" indent="-22383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24063" indent="-225425" algn="l" defTabSz="9001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4812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384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3956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528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1766888" y="2011363"/>
            <a:ext cx="5037137" cy="7461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1719263" y="3440113"/>
            <a:ext cx="303530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940" tIns="44970" rIns="89940" bIns="44970" anchor="ctr">
            <a:spAutoFit/>
          </a:bodyPr>
          <a:lstStyle/>
          <a:p>
            <a:pPr defTabSz="900113"/>
            <a:r>
              <a:rPr lang="en-US" sz="280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oper Black" pitchFamily="18" charset="0"/>
                <a:ea typeface="Times New Roman" pitchFamily="18" charset="0"/>
                <a:cs typeface="Arial" pitchFamily="34" charset="0"/>
              </a:rPr>
              <a:t>Materi Training</a:t>
            </a:r>
            <a:endParaRPr lang="en-US" sz="2800"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2800"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3079" name="Rectangle 14"/>
          <p:cNvSpPr>
            <a:spLocks noChangeArrowheads="1"/>
          </p:cNvSpPr>
          <p:nvPr/>
        </p:nvSpPr>
        <p:spPr bwMode="auto">
          <a:xfrm>
            <a:off x="2543175" y="6297613"/>
            <a:ext cx="180975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40" tIns="44970" rIns="89940" bIns="44970" anchor="ctr">
            <a:spAutoFit/>
          </a:bodyPr>
          <a:lstStyle/>
          <a:p>
            <a:pPr algn="ctr" defTabSz="900113"/>
            <a:r>
              <a:rPr lang="en-US" sz="2200" b="1">
                <a:latin typeface="Century Schoolbook" pitchFamily="18" charset="0"/>
                <a:ea typeface="Times New Roman" pitchFamily="18" charset="0"/>
                <a:cs typeface="Arial" pitchFamily="34" charset="0"/>
              </a:rPr>
              <a:t/>
            </a:r>
            <a:br>
              <a:rPr lang="en-US" sz="2200" b="1">
                <a:latin typeface="Century Schoolbook" pitchFamily="18" charset="0"/>
                <a:ea typeface="Times New Roman" pitchFamily="18" charset="0"/>
                <a:cs typeface="Arial" pitchFamily="34" charset="0"/>
              </a:rPr>
            </a:br>
            <a:endParaRPr lang="en-US" sz="2400"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3080" name="Rectangle 15"/>
          <p:cNvSpPr>
            <a:spLocks noChangeArrowheads="1"/>
          </p:cNvSpPr>
          <p:nvPr/>
        </p:nvSpPr>
        <p:spPr bwMode="auto">
          <a:xfrm>
            <a:off x="1766888" y="576263"/>
            <a:ext cx="5037137" cy="9366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081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7038" y="8653463"/>
            <a:ext cx="4729162" cy="952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1649413" y="968375"/>
            <a:ext cx="4862512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40" tIns="44970" rIns="89940" bIns="44970" anchor="ctr">
            <a:spAutoFit/>
          </a:bodyPr>
          <a:lstStyle/>
          <a:p>
            <a:pPr defTabSz="900113"/>
            <a:endParaRPr lang="en-US" sz="600">
              <a:latin typeface="Berlin Sans FB Demi" pitchFamily="34" charset="0"/>
            </a:endParaRPr>
          </a:p>
          <a:p>
            <a:pPr defTabSz="900113" eaLnBrk="0" hangingPunct="0"/>
            <a:r>
              <a:rPr lang="en-US" sz="3300">
                <a:latin typeface="Cooper Black" pitchFamily="18" charset="0"/>
              </a:rPr>
              <a:t>Substantive Testing</a:t>
            </a:r>
            <a:r>
              <a:rPr lang="en-US" sz="3300">
                <a:latin typeface="Berlin Sans FB Demi" pitchFamily="34" charset="0"/>
              </a:rPr>
              <a:t> 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1725613" y="6169025"/>
            <a:ext cx="4686300" cy="1198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40" tIns="44970" rIns="89940" bIns="44970" anchor="ctr">
            <a:spAutoFit/>
          </a:bodyPr>
          <a:lstStyle/>
          <a:p>
            <a:pPr defTabSz="900113"/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defTabSz="900113"/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Dr. Ludovicus </a:t>
            </a:r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Sensi </a:t>
            </a:r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Wondabio, CPA</a:t>
            </a:r>
            <a:endParaRPr lang="en-US" sz="1400"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DDDDDD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BEBEB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968</TotalTime>
  <Words>12</Words>
  <Application>Microsoft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Cooper Black</vt:lpstr>
      <vt:lpstr>Times New Roman</vt:lpstr>
      <vt:lpstr>Century Schoolbook</vt:lpstr>
      <vt:lpstr>Berlin Sans FB Demi</vt:lpstr>
      <vt:lpstr>Default Design</vt:lpstr>
      <vt:lpstr>Slide 1</vt:lpstr>
    </vt:vector>
  </TitlesOfParts>
  <Company>PresentationPro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Denny Amrullah</dc:creator>
  <cp:lastModifiedBy>user</cp:lastModifiedBy>
  <cp:revision>40</cp:revision>
  <dcterms:created xsi:type="dcterms:W3CDTF">2004-02-04T14:57:15Z</dcterms:created>
  <dcterms:modified xsi:type="dcterms:W3CDTF">2012-06-08T13:39:29Z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TC102862071033</vt:lpwstr>
  </property>
</Properties>
</file>