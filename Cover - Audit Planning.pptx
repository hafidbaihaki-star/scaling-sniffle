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4" r:id="rId2"/>
  </p:sldIdLst>
  <p:sldSz cx="6804025" cy="9685338"/>
  <p:notesSz cx="6834188" cy="99790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30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CC00"/>
    <a:srgbClr val="FF3300"/>
    <a:srgbClr val="000066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9" autoAdjust="0"/>
    <p:restoredTop sz="94595" autoAdjust="0"/>
  </p:normalViewPr>
  <p:slideViewPr>
    <p:cSldViewPr>
      <p:cViewPr>
        <p:scale>
          <a:sx n="75" d="100"/>
          <a:sy n="75" d="100"/>
        </p:scale>
        <p:origin x="-1704" y="210"/>
      </p:cViewPr>
      <p:guideLst>
        <p:guide orient="horz" pos="3051"/>
        <p:guide pos="21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484" y="-90"/>
      </p:cViewPr>
      <p:guideLst>
        <p:guide orient="horz" pos="3143"/>
        <p:guide pos="2153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61779" cy="498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927" y="1"/>
            <a:ext cx="2961779" cy="498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7C6BAD63-FEAF-4C11-A85C-D3D21A09D6AF}" type="datetimeFigureOut">
              <a:rPr lang="en-US"/>
              <a:pPr/>
              <a:t>6/8/2012</a:t>
            </a:fld>
            <a:endParaRPr lang="en-US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79085"/>
            <a:ext cx="2961779" cy="498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927" y="9479085"/>
            <a:ext cx="2961779" cy="498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FF7D5027-266C-4659-A4DB-F876C8CC9C3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295" cy="499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4" tIns="45996" rIns="91994" bIns="4599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2410" y="0"/>
            <a:ext cx="2960295" cy="499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4" tIns="45996" rIns="91994" bIns="4599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2103438" y="747713"/>
            <a:ext cx="2628900" cy="3743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2233" y="4740368"/>
            <a:ext cx="5469723" cy="4491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4" tIns="45996" rIns="91994" bIns="4599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7434"/>
            <a:ext cx="2960295" cy="499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4" tIns="45996" rIns="91994" bIns="4599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2410" y="9477434"/>
            <a:ext cx="2960295" cy="499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94" tIns="45996" rIns="91994" bIns="4599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573579F0-A1CA-41B6-93E9-B154197BC2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66738" y="3657600"/>
            <a:ext cx="5500687" cy="1614488"/>
          </a:xfrm>
          <a:noFill/>
        </p:spPr>
        <p:txBody>
          <a:bodyPr/>
          <a:lstStyle>
            <a:lvl1pPr algn="ctr">
              <a:defRPr sz="3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77913" y="5272088"/>
            <a:ext cx="4478337" cy="1992312"/>
          </a:xfrm>
        </p:spPr>
        <p:txBody>
          <a:bodyPr/>
          <a:lstStyle>
            <a:lvl1pPr marL="0" indent="0" algn="ctr">
              <a:buFontTx/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0" y="9255125"/>
            <a:ext cx="1417638" cy="4302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1587500" y="9255125"/>
            <a:ext cx="3571875" cy="4302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331FCA02-9C38-48C7-94AC-25CDD1034D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163" y="6223000"/>
            <a:ext cx="5783262" cy="19240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8163" y="4105275"/>
            <a:ext cx="5783262" cy="211772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3338" y="2044700"/>
            <a:ext cx="2617787" cy="7210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73525" y="2044700"/>
            <a:ext cx="2617788" cy="7210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25" y="387350"/>
            <a:ext cx="6124575" cy="1614488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9725" y="2168525"/>
            <a:ext cx="3006725" cy="9032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9725" y="3071813"/>
            <a:ext cx="3006725" cy="55800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55988" y="2168525"/>
            <a:ext cx="3008312" cy="9032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55988" y="3071813"/>
            <a:ext cx="3008312" cy="55800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25" y="385763"/>
            <a:ext cx="2238375" cy="1641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0650" y="385763"/>
            <a:ext cx="3803650" cy="82661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9725" y="2027238"/>
            <a:ext cx="2238375" cy="66246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0" y="6780213"/>
            <a:ext cx="4083050" cy="800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33500" y="865188"/>
            <a:ext cx="4083050" cy="58118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3500" y="7580313"/>
            <a:ext cx="4083050" cy="11366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5438" y="0"/>
            <a:ext cx="1398587" cy="92551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09675" y="0"/>
            <a:ext cx="4043363" cy="9255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 descr="Audit background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201613" y="0"/>
            <a:ext cx="6602412" cy="9685338"/>
          </a:xfrm>
          <a:prstGeom prst="rect">
            <a:avLst/>
          </a:prstGeom>
          <a:noFill/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03338" y="2044700"/>
            <a:ext cx="5387975" cy="721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940" tIns="44970" rIns="89940" bIns="449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03338" y="9255125"/>
            <a:ext cx="141763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940" tIns="44970" rIns="89940" bIns="4497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47988" y="9255125"/>
            <a:ext cx="221138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940" tIns="44970" rIns="89940" bIns="4497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386388" y="9255125"/>
            <a:ext cx="141763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940" tIns="44970" rIns="89940" bIns="4497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1344613" y="0"/>
            <a:ext cx="5459412" cy="186213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001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+mj-lt"/>
          <a:ea typeface="+mj-ea"/>
          <a:cs typeface="+mj-cs"/>
        </a:defRPr>
      </a:lvl1pPr>
      <a:lvl2pPr algn="l" defTabSz="9001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2pPr>
      <a:lvl3pPr algn="l" defTabSz="9001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3pPr>
      <a:lvl4pPr algn="l" defTabSz="9001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4pPr>
      <a:lvl5pPr algn="l" defTabSz="9001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5pPr>
      <a:lvl6pPr marL="457200" algn="l" defTabSz="900113" rtl="0" fontAlgn="base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6pPr>
      <a:lvl7pPr marL="914400" algn="l" defTabSz="900113" rtl="0" fontAlgn="base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7pPr>
      <a:lvl8pPr marL="1371600" algn="l" defTabSz="900113" rtl="0" fontAlgn="base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8pPr>
      <a:lvl9pPr marL="1828800" algn="l" defTabSz="900113" rtl="0" fontAlgn="base">
        <a:spcBef>
          <a:spcPct val="0"/>
        </a:spcBef>
        <a:spcAft>
          <a:spcPct val="0"/>
        </a:spcAft>
        <a:defRPr sz="3500">
          <a:solidFill>
            <a:schemeClr val="tx2"/>
          </a:solidFill>
          <a:latin typeface="Arial" charset="0"/>
        </a:defRPr>
      </a:lvl9pPr>
    </p:titleStyle>
    <p:bodyStyle>
      <a:lvl1pPr marL="336550" indent="-336550" algn="l" defTabSz="900113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30250" indent="-280988" algn="l" defTabSz="900113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23950" indent="-223838" algn="l" defTabSz="900113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573213" indent="-223838" algn="l" defTabSz="900113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24063" indent="-225425" algn="l" defTabSz="900113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481263" indent="-225425" algn="l" defTabSz="9001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38463" indent="-225425" algn="l" defTabSz="9001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395663" indent="-225425" algn="l" defTabSz="9001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52863" indent="-225425" algn="l" defTabSz="9001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10"/>
          <p:cNvSpPr>
            <a:spLocks noChangeArrowheads="1"/>
          </p:cNvSpPr>
          <p:nvPr/>
        </p:nvSpPr>
        <p:spPr bwMode="auto">
          <a:xfrm>
            <a:off x="1766888" y="2011363"/>
            <a:ext cx="5037137" cy="74612"/>
          </a:xfrm>
          <a:prstGeom prst="rect">
            <a:avLst/>
          </a:prstGeom>
          <a:gradFill rotWithShape="1">
            <a:gsLst>
              <a:gs pos="0">
                <a:srgbClr val="008080"/>
              </a:gs>
              <a:gs pos="100000">
                <a:srgbClr val="CCFFFF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6" name="Rectangle 11"/>
          <p:cNvSpPr>
            <a:spLocks noChangeArrowheads="1"/>
          </p:cNvSpPr>
          <p:nvPr/>
        </p:nvSpPr>
        <p:spPr bwMode="auto">
          <a:xfrm>
            <a:off x="1773238" y="971550"/>
            <a:ext cx="5091112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940" tIns="44970" rIns="89940" bIns="44970" anchor="ctr">
            <a:spAutoFit/>
          </a:bodyPr>
          <a:lstStyle/>
          <a:p>
            <a:pPr defTabSz="900113"/>
            <a:endParaRPr lang="en-US" sz="600">
              <a:latin typeface="Berlin Sans FB Demi" pitchFamily="34" charset="0"/>
            </a:endParaRPr>
          </a:p>
          <a:p>
            <a:pPr defTabSz="900113"/>
            <a:r>
              <a:rPr lang="en-US" sz="3600">
                <a:latin typeface="Cooper Black" pitchFamily="18" charset="0"/>
              </a:rPr>
              <a:t>Audit Planning</a:t>
            </a:r>
          </a:p>
        </p:txBody>
      </p:sp>
      <p:sp>
        <p:nvSpPr>
          <p:cNvPr id="59404" name="Rectangle 12"/>
          <p:cNvSpPr>
            <a:spLocks noChangeArrowheads="1"/>
          </p:cNvSpPr>
          <p:nvPr/>
        </p:nvSpPr>
        <p:spPr bwMode="auto">
          <a:xfrm>
            <a:off x="1719263" y="3440113"/>
            <a:ext cx="3035300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9940" tIns="44970" rIns="89940" bIns="44970" anchor="ctr">
            <a:spAutoFit/>
          </a:bodyPr>
          <a:lstStyle/>
          <a:p>
            <a:pPr defTabSz="900113"/>
            <a:r>
              <a:rPr lang="en-US" sz="280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oper Black" pitchFamily="18" charset="0"/>
                <a:ea typeface="Times New Roman" pitchFamily="18" charset="0"/>
                <a:cs typeface="Arial" pitchFamily="34" charset="0"/>
              </a:rPr>
              <a:t>Materi Training</a:t>
            </a:r>
            <a:endParaRPr lang="en-US" sz="2800">
              <a:ea typeface="Times New Roman" pitchFamily="18" charset="0"/>
              <a:cs typeface="Arial" pitchFamily="34" charset="0"/>
            </a:endParaRPr>
          </a:p>
          <a:p>
            <a:pPr defTabSz="900113" eaLnBrk="0" hangingPunct="0"/>
            <a:endParaRPr lang="en-US" sz="2800"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3079" name="Rectangle 14"/>
          <p:cNvSpPr>
            <a:spLocks noChangeArrowheads="1"/>
          </p:cNvSpPr>
          <p:nvPr/>
        </p:nvSpPr>
        <p:spPr bwMode="auto">
          <a:xfrm>
            <a:off x="2543175" y="6297613"/>
            <a:ext cx="180975" cy="78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9940" tIns="44970" rIns="89940" bIns="44970" anchor="ctr">
            <a:spAutoFit/>
          </a:bodyPr>
          <a:lstStyle/>
          <a:p>
            <a:pPr algn="ctr" defTabSz="900113"/>
            <a:r>
              <a:rPr lang="en-US" sz="2200" b="1">
                <a:latin typeface="Century Schoolbook" pitchFamily="18" charset="0"/>
                <a:ea typeface="Times New Roman" pitchFamily="18" charset="0"/>
                <a:cs typeface="Arial" pitchFamily="34" charset="0"/>
              </a:rPr>
              <a:t/>
            </a:r>
            <a:br>
              <a:rPr lang="en-US" sz="2200" b="1">
                <a:latin typeface="Century Schoolbook" pitchFamily="18" charset="0"/>
                <a:ea typeface="Times New Roman" pitchFamily="18" charset="0"/>
                <a:cs typeface="Arial" pitchFamily="34" charset="0"/>
              </a:rPr>
            </a:br>
            <a:endParaRPr lang="en-US" sz="2400"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3080" name="Rectangle 15"/>
          <p:cNvSpPr>
            <a:spLocks noChangeArrowheads="1"/>
          </p:cNvSpPr>
          <p:nvPr/>
        </p:nvSpPr>
        <p:spPr bwMode="auto">
          <a:xfrm>
            <a:off x="1766888" y="576263"/>
            <a:ext cx="5037137" cy="93662"/>
          </a:xfrm>
          <a:prstGeom prst="rect">
            <a:avLst/>
          </a:prstGeom>
          <a:gradFill rotWithShape="1">
            <a:gsLst>
              <a:gs pos="0">
                <a:srgbClr val="008080"/>
              </a:gs>
              <a:gs pos="100000">
                <a:srgbClr val="CCFFFF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3081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97038" y="8653463"/>
            <a:ext cx="4729162" cy="952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083" name="Rectangle 13"/>
          <p:cNvSpPr>
            <a:spLocks noChangeArrowheads="1"/>
          </p:cNvSpPr>
          <p:nvPr/>
        </p:nvSpPr>
        <p:spPr bwMode="auto">
          <a:xfrm>
            <a:off x="1725613" y="6169025"/>
            <a:ext cx="4686300" cy="1198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940" tIns="44970" rIns="89940" bIns="44970" anchor="ctr">
            <a:spAutoFit/>
          </a:bodyPr>
          <a:lstStyle/>
          <a:p>
            <a:pPr defTabSz="900113"/>
            <a:r>
              <a:rPr lang="en-US" sz="1800" b="1">
                <a:solidFill>
                  <a:srgbClr val="003366"/>
                </a:solidFill>
                <a:latin typeface="Century Schoolbook" pitchFamily="18" charset="0"/>
                <a:ea typeface="Times New Roman" pitchFamily="18" charset="0"/>
                <a:cs typeface="Arial" pitchFamily="34" charset="0"/>
              </a:rPr>
              <a:t> </a:t>
            </a:r>
          </a:p>
          <a:p>
            <a:pPr defTabSz="900113"/>
            <a:r>
              <a:rPr lang="en-US" sz="1800" b="1" smtClean="0">
                <a:solidFill>
                  <a:srgbClr val="003366"/>
                </a:solidFill>
                <a:latin typeface="Century Schoolbook" pitchFamily="18" charset="0"/>
                <a:ea typeface="Times New Roman" pitchFamily="18" charset="0"/>
                <a:cs typeface="Arial" pitchFamily="34" charset="0"/>
              </a:rPr>
              <a:t>Dr. Ludovicus </a:t>
            </a:r>
            <a:r>
              <a:rPr lang="en-US" sz="1800" b="1">
                <a:solidFill>
                  <a:srgbClr val="003366"/>
                </a:solidFill>
                <a:latin typeface="Century Schoolbook" pitchFamily="18" charset="0"/>
                <a:ea typeface="Times New Roman" pitchFamily="18" charset="0"/>
                <a:cs typeface="Arial" pitchFamily="34" charset="0"/>
              </a:rPr>
              <a:t>Sensi </a:t>
            </a:r>
            <a:r>
              <a:rPr lang="en-US" sz="1800" b="1" smtClean="0">
                <a:solidFill>
                  <a:srgbClr val="003366"/>
                </a:solidFill>
                <a:latin typeface="Century Schoolbook" pitchFamily="18" charset="0"/>
                <a:ea typeface="Times New Roman" pitchFamily="18" charset="0"/>
                <a:cs typeface="Arial" pitchFamily="34" charset="0"/>
              </a:rPr>
              <a:t>Wondabio, CPA</a:t>
            </a:r>
            <a:endParaRPr lang="en-US" sz="1400">
              <a:ea typeface="Times New Roman" pitchFamily="18" charset="0"/>
              <a:cs typeface="Arial" pitchFamily="34" charset="0"/>
            </a:endParaRPr>
          </a:p>
          <a:p>
            <a:pPr defTabSz="900113" eaLnBrk="0" hangingPunct="0"/>
            <a:endParaRPr lang="en-US" sz="1800" b="1">
              <a:solidFill>
                <a:srgbClr val="003366"/>
              </a:solidFill>
              <a:latin typeface="Century Schoolbook" pitchFamily="18" charset="0"/>
              <a:ea typeface="Times New Roman" pitchFamily="18" charset="0"/>
              <a:cs typeface="Arial" pitchFamily="34" charset="0"/>
            </a:endParaRPr>
          </a:p>
          <a:p>
            <a:pPr defTabSz="900113" eaLnBrk="0" hangingPunct="0"/>
            <a:endParaRPr lang="en-US" sz="1800" b="1">
              <a:solidFill>
                <a:srgbClr val="003366"/>
              </a:solidFill>
              <a:latin typeface="Century Schoolbook" pitchFamily="18" charset="0"/>
              <a:ea typeface="Times New Roman" pitchFamily="18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DDDDDD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EBEBEB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001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001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971</TotalTime>
  <Words>12</Words>
  <Application>Microsoft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Berlin Sans FB Demi</vt:lpstr>
      <vt:lpstr>Cooper Black</vt:lpstr>
      <vt:lpstr>Times New Roman</vt:lpstr>
      <vt:lpstr>Century Schoolbook</vt:lpstr>
      <vt:lpstr>Default Design</vt:lpstr>
      <vt:lpstr>Slide 1</vt:lpstr>
    </vt:vector>
  </TitlesOfParts>
  <Company>PresentationPro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Denny Amrullah</dc:creator>
  <cp:lastModifiedBy>user</cp:lastModifiedBy>
  <cp:revision>39</cp:revision>
  <dcterms:created xsi:type="dcterms:W3CDTF">2004-02-04T14:57:15Z</dcterms:created>
  <dcterms:modified xsi:type="dcterms:W3CDTF">2012-06-08T13:41:28Z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TC102862071033</vt:lpwstr>
  </property>
</Properties>
</file>