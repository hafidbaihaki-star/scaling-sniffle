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4" r:id="rId2"/>
  </p:sldIdLst>
  <p:sldSz cx="6804025" cy="9685338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3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3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3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30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CC00"/>
    <a:srgbClr val="FF3300"/>
    <a:srgbClr val="000066"/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19" autoAdjust="0"/>
    <p:restoredTop sz="94595" autoAdjust="0"/>
  </p:normalViewPr>
  <p:slideViewPr>
    <p:cSldViewPr>
      <p:cViewPr>
        <p:scale>
          <a:sx n="75" d="100"/>
          <a:sy n="75" d="100"/>
        </p:scale>
        <p:origin x="-1704" y="360"/>
      </p:cViewPr>
      <p:guideLst>
        <p:guide orient="horz" pos="3051"/>
        <p:guide pos="21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484" y="-90"/>
      </p:cViewPr>
      <p:guideLst>
        <p:guide orient="horz" pos="3024"/>
        <p:guide pos="2304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B2C293ED-5601-4AF5-9012-02FCF41A749D}" type="datetimeFigureOut">
              <a:rPr lang="en-US"/>
              <a:pPr/>
              <a:t>6/8/2012</a:t>
            </a:fld>
            <a:endParaRPr lang="en-US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5944F50A-382B-46BE-A84A-8EDC4438D1EC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94" tIns="45996" rIns="91994" bIns="45996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686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94" tIns="45996" rIns="91994" bIns="45996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93950" y="719138"/>
            <a:ext cx="2528888" cy="36020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0250" y="4560888"/>
            <a:ext cx="5854700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94" tIns="45996" rIns="91994" bIns="4599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8600"/>
            <a:ext cx="31686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94" tIns="45996" rIns="91994" bIns="45996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18600"/>
            <a:ext cx="31686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94" tIns="45996" rIns="91994" bIns="45996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D4EF9BF-573E-43AD-8B8F-208DD290C3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66738" y="3657600"/>
            <a:ext cx="5500687" cy="1614488"/>
          </a:xfrm>
          <a:noFill/>
        </p:spPr>
        <p:txBody>
          <a:bodyPr/>
          <a:lstStyle>
            <a:lvl1pPr algn="ctr">
              <a:defRPr sz="3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77913" y="5272088"/>
            <a:ext cx="4478337" cy="1992312"/>
          </a:xfrm>
        </p:spPr>
        <p:txBody>
          <a:bodyPr/>
          <a:lstStyle>
            <a:lvl1pPr marL="0" indent="0" algn="ctr">
              <a:buFontTx/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0" y="9255125"/>
            <a:ext cx="1417638" cy="4302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1587500" y="9255125"/>
            <a:ext cx="3571875" cy="4302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A2DF18-DAFE-4370-A787-FC6D0CF15C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163" y="6223000"/>
            <a:ext cx="5783262" cy="19240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8163" y="4105275"/>
            <a:ext cx="5783262" cy="211772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3338" y="2044700"/>
            <a:ext cx="2617787" cy="7210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73525" y="2044700"/>
            <a:ext cx="2617788" cy="7210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725" y="387350"/>
            <a:ext cx="6124575" cy="1614488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9725" y="2168525"/>
            <a:ext cx="3006725" cy="9032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9725" y="3071813"/>
            <a:ext cx="3006725" cy="55800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55988" y="2168525"/>
            <a:ext cx="3008312" cy="9032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55988" y="3071813"/>
            <a:ext cx="3008312" cy="55800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725" y="385763"/>
            <a:ext cx="2238375" cy="1641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0650" y="385763"/>
            <a:ext cx="3803650" cy="82661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9725" y="2027238"/>
            <a:ext cx="2238375" cy="66246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3500" y="6780213"/>
            <a:ext cx="4083050" cy="8001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33500" y="865188"/>
            <a:ext cx="4083050" cy="58118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33500" y="7580313"/>
            <a:ext cx="4083050" cy="11366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5438" y="0"/>
            <a:ext cx="1398587" cy="92551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09675" y="0"/>
            <a:ext cx="4043363" cy="92551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Picture 9" descr="Audit background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201613" y="0"/>
            <a:ext cx="6602412" cy="9685338"/>
          </a:xfrm>
          <a:prstGeom prst="rect">
            <a:avLst/>
          </a:prstGeom>
          <a:noFill/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03338" y="2044700"/>
            <a:ext cx="5387975" cy="721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940" tIns="44970" rIns="89940" bIns="4497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03338" y="9255125"/>
            <a:ext cx="1417637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940" tIns="44970" rIns="89940" bIns="4497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47988" y="9255125"/>
            <a:ext cx="2211387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940" tIns="44970" rIns="89940" bIns="4497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386388" y="9255125"/>
            <a:ext cx="1417637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940" tIns="44970" rIns="89940" bIns="4497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 userDrawn="1"/>
        </p:nvSpPr>
        <p:spPr bwMode="auto">
          <a:xfrm>
            <a:off x="1344613" y="0"/>
            <a:ext cx="5459412" cy="186213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18" r:id="rId2"/>
    <p:sldLayoutId id="2147483717" r:id="rId3"/>
    <p:sldLayoutId id="2147483716" r:id="rId4"/>
    <p:sldLayoutId id="2147483715" r:id="rId5"/>
    <p:sldLayoutId id="2147483714" r:id="rId6"/>
    <p:sldLayoutId id="2147483713" r:id="rId7"/>
    <p:sldLayoutId id="2147483712" r:id="rId8"/>
    <p:sldLayoutId id="2147483711" r:id="rId9"/>
    <p:sldLayoutId id="2147483710" r:id="rId10"/>
    <p:sldLayoutId id="2147483709" r:id="rId11"/>
  </p:sldLayoutIdLst>
  <p:txStyles>
    <p:titleStyle>
      <a:lvl1pPr algn="l" defTabSz="9001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+mj-lt"/>
          <a:ea typeface="+mj-ea"/>
          <a:cs typeface="+mj-cs"/>
        </a:defRPr>
      </a:lvl1pPr>
      <a:lvl2pPr algn="l" defTabSz="9001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Arial" charset="0"/>
        </a:defRPr>
      </a:lvl2pPr>
      <a:lvl3pPr algn="l" defTabSz="9001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Arial" charset="0"/>
        </a:defRPr>
      </a:lvl3pPr>
      <a:lvl4pPr algn="l" defTabSz="9001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Arial" charset="0"/>
        </a:defRPr>
      </a:lvl4pPr>
      <a:lvl5pPr algn="l" defTabSz="9001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Arial" charset="0"/>
        </a:defRPr>
      </a:lvl5pPr>
      <a:lvl6pPr marL="457200" algn="l" defTabSz="900113" rtl="0" fontAlgn="base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Arial" charset="0"/>
        </a:defRPr>
      </a:lvl6pPr>
      <a:lvl7pPr marL="914400" algn="l" defTabSz="900113" rtl="0" fontAlgn="base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Arial" charset="0"/>
        </a:defRPr>
      </a:lvl7pPr>
      <a:lvl8pPr marL="1371600" algn="l" defTabSz="900113" rtl="0" fontAlgn="base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Arial" charset="0"/>
        </a:defRPr>
      </a:lvl8pPr>
      <a:lvl9pPr marL="1828800" algn="l" defTabSz="900113" rtl="0" fontAlgn="base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Arial" charset="0"/>
        </a:defRPr>
      </a:lvl9pPr>
    </p:titleStyle>
    <p:bodyStyle>
      <a:lvl1pPr marL="336550" indent="-336550" algn="l" defTabSz="900113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30250" indent="-280988" algn="l" defTabSz="900113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23950" indent="-223838" algn="l" defTabSz="900113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573213" indent="-223838" algn="l" defTabSz="900113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24063" indent="-225425" algn="l" defTabSz="900113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481263" indent="-225425" algn="l" defTabSz="900113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38463" indent="-225425" algn="l" defTabSz="900113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395663" indent="-225425" algn="l" defTabSz="900113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52863" indent="-225425" algn="l" defTabSz="900113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10"/>
          <p:cNvSpPr>
            <a:spLocks noChangeArrowheads="1"/>
          </p:cNvSpPr>
          <p:nvPr/>
        </p:nvSpPr>
        <p:spPr bwMode="auto">
          <a:xfrm>
            <a:off x="1766888" y="2011363"/>
            <a:ext cx="5037137" cy="74612"/>
          </a:xfrm>
          <a:prstGeom prst="rect">
            <a:avLst/>
          </a:prstGeom>
          <a:gradFill rotWithShape="1">
            <a:gsLst>
              <a:gs pos="0">
                <a:srgbClr val="008080"/>
              </a:gs>
              <a:gs pos="100000">
                <a:srgbClr val="CCFFFF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9404" name="Rectangle 12"/>
          <p:cNvSpPr>
            <a:spLocks noChangeArrowheads="1"/>
          </p:cNvSpPr>
          <p:nvPr/>
        </p:nvSpPr>
        <p:spPr bwMode="auto">
          <a:xfrm>
            <a:off x="1719263" y="3409950"/>
            <a:ext cx="3236912" cy="100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9940" tIns="44970" rIns="89940" bIns="44970" anchor="ctr">
            <a:spAutoFit/>
          </a:bodyPr>
          <a:lstStyle/>
          <a:p>
            <a:pPr defTabSz="900113"/>
            <a:r>
              <a:rPr lang="en-US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oper Black" pitchFamily="18" charset="0"/>
                <a:ea typeface="Times New Roman" pitchFamily="18" charset="0"/>
                <a:cs typeface="Arial" charset="0"/>
              </a:rPr>
              <a:t>Materi Training</a:t>
            </a:r>
            <a:endParaRPr lang="en-US">
              <a:ea typeface="Times New Roman" pitchFamily="18" charset="0"/>
              <a:cs typeface="Arial" charset="0"/>
            </a:endParaRPr>
          </a:p>
          <a:p>
            <a:pPr defTabSz="900113" eaLnBrk="0" hangingPunct="0"/>
            <a:endParaRPr lang="en-US">
              <a:ea typeface="Times New Roman" pitchFamily="18" charset="0"/>
              <a:cs typeface="Arial" charset="0"/>
            </a:endParaRPr>
          </a:p>
        </p:txBody>
      </p:sp>
      <p:sp>
        <p:nvSpPr>
          <p:cNvPr id="3078" name="Rectangle 13"/>
          <p:cNvSpPr>
            <a:spLocks noChangeArrowheads="1"/>
          </p:cNvSpPr>
          <p:nvPr/>
        </p:nvSpPr>
        <p:spPr bwMode="auto">
          <a:xfrm>
            <a:off x="1725613" y="6169025"/>
            <a:ext cx="4686300" cy="921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9940" tIns="44970" rIns="89940" bIns="44970" anchor="ctr">
            <a:spAutoFit/>
          </a:bodyPr>
          <a:lstStyle/>
          <a:p>
            <a:pPr defTabSz="900113"/>
            <a:r>
              <a:rPr lang="en-US" sz="1800" b="1">
                <a:solidFill>
                  <a:srgbClr val="003366"/>
                </a:solidFill>
                <a:latin typeface="Century Schoolbook" pitchFamily="18" charset="0"/>
                <a:ea typeface="Times New Roman" pitchFamily="18" charset="0"/>
                <a:cs typeface="Arial" charset="0"/>
              </a:rPr>
              <a:t> </a:t>
            </a:r>
          </a:p>
          <a:p>
            <a:pPr defTabSz="900113"/>
            <a:r>
              <a:rPr lang="en-US" sz="1800" b="1" smtClean="0">
                <a:solidFill>
                  <a:srgbClr val="003366"/>
                </a:solidFill>
                <a:latin typeface="Century Schoolbook" pitchFamily="18" charset="0"/>
                <a:ea typeface="Times New Roman" pitchFamily="18" charset="0"/>
                <a:cs typeface="Arial" charset="0"/>
              </a:rPr>
              <a:t>Dr. Ludovicus </a:t>
            </a:r>
            <a:r>
              <a:rPr lang="en-US" sz="1800" b="1">
                <a:solidFill>
                  <a:srgbClr val="003366"/>
                </a:solidFill>
                <a:latin typeface="Century Schoolbook" pitchFamily="18" charset="0"/>
                <a:ea typeface="Times New Roman" pitchFamily="18" charset="0"/>
                <a:cs typeface="Arial" charset="0"/>
              </a:rPr>
              <a:t>Sensi </a:t>
            </a:r>
            <a:r>
              <a:rPr lang="en-US" sz="1800" b="1" smtClean="0">
                <a:solidFill>
                  <a:srgbClr val="003366"/>
                </a:solidFill>
                <a:latin typeface="Century Schoolbook" pitchFamily="18" charset="0"/>
                <a:ea typeface="Times New Roman" pitchFamily="18" charset="0"/>
                <a:cs typeface="Arial" charset="0"/>
              </a:rPr>
              <a:t>Wondabio, CPA</a:t>
            </a:r>
            <a:endParaRPr lang="en-US" sz="1800" b="1">
              <a:solidFill>
                <a:srgbClr val="003366"/>
              </a:solidFill>
              <a:latin typeface="Century Schoolbook" pitchFamily="18" charset="0"/>
              <a:ea typeface="Times New Roman" pitchFamily="18" charset="0"/>
              <a:cs typeface="Arial" charset="0"/>
            </a:endParaRPr>
          </a:p>
          <a:p>
            <a:pPr defTabSz="900113" eaLnBrk="0" hangingPunct="0"/>
            <a:endParaRPr lang="en-US" sz="1800" b="1">
              <a:solidFill>
                <a:srgbClr val="003366"/>
              </a:solidFill>
              <a:latin typeface="Century Schoolbook" pitchFamily="18" charset="0"/>
              <a:ea typeface="Times New Roman" pitchFamily="18" charset="0"/>
              <a:cs typeface="Arial" charset="0"/>
            </a:endParaRPr>
          </a:p>
        </p:txBody>
      </p:sp>
      <p:sp>
        <p:nvSpPr>
          <p:cNvPr id="3080" name="Rectangle 15"/>
          <p:cNvSpPr>
            <a:spLocks noChangeArrowheads="1"/>
          </p:cNvSpPr>
          <p:nvPr/>
        </p:nvSpPr>
        <p:spPr bwMode="auto">
          <a:xfrm>
            <a:off x="1766888" y="576263"/>
            <a:ext cx="5037137" cy="93662"/>
          </a:xfrm>
          <a:prstGeom prst="rect">
            <a:avLst/>
          </a:prstGeom>
          <a:gradFill rotWithShape="1">
            <a:gsLst>
              <a:gs pos="0">
                <a:srgbClr val="008080"/>
              </a:gs>
              <a:gs pos="100000">
                <a:srgbClr val="CCFFFF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3081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97038" y="8653463"/>
            <a:ext cx="4729162" cy="952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085" name="Rectangle 11"/>
          <p:cNvSpPr>
            <a:spLocks noChangeArrowheads="1"/>
          </p:cNvSpPr>
          <p:nvPr/>
        </p:nvSpPr>
        <p:spPr bwMode="auto">
          <a:xfrm>
            <a:off x="1663700" y="804069"/>
            <a:ext cx="4862513" cy="1075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940" tIns="44970" rIns="89940" bIns="44970" anchor="ctr">
            <a:spAutoFit/>
          </a:bodyPr>
          <a:lstStyle/>
          <a:p>
            <a:pPr defTabSz="900113"/>
            <a:r>
              <a:rPr lang="en-US" sz="3200" smtClean="0">
                <a:latin typeface="Cooper Black" pitchFamily="18" charset="0"/>
              </a:rPr>
              <a:t>Completing the Audit and Audit Report</a:t>
            </a:r>
            <a:endParaRPr lang="en-US" sz="3200">
              <a:latin typeface="Cooper Black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DDDDDD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EBEBEB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001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001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965</TotalTime>
  <Words>16</Words>
  <Application>Microsoft PowerPoint</Application>
  <PresentationFormat>Custom</PresentationFormat>
  <Paragraphs>4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Default Design</vt:lpstr>
      <vt:lpstr>Slide 1</vt:lpstr>
    </vt:vector>
  </TitlesOfParts>
  <Company>PresentationPro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Denny Amrullah</dc:creator>
  <cp:lastModifiedBy>user</cp:lastModifiedBy>
  <cp:revision>42</cp:revision>
  <dcterms:created xsi:type="dcterms:W3CDTF">2004-02-04T14:57:15Z</dcterms:created>
  <dcterms:modified xsi:type="dcterms:W3CDTF">2012-06-08T14:32:14Z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TC102862071033</vt:lpwstr>
  </property>
</Properties>
</file>